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Go Chicken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Pitch Deck Storyboard &amp; Context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Reality of Wholesale Poultry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Managing wholesale poultry relies heavily on manual, unstructured communication</a:t>
            </a:r>
          </a:p>
          <a:p>
            <a:pPr lvl="1"/>
            <a:r>
              <a:t>Creates massive operational bottlenecks, pricing disputes, and lost revenue.</a:t>
            </a:r>
          </a:p>
          <a:p>
            <a:pPr/>
            <a:r>
              <a:t>Latency</a:t>
            </a:r>
          </a:p>
          <a:p>
            <a:pPr lvl="1"/>
            <a:r>
              <a:t>Takes up to 30 minutes to negotiate, verify, and confirm.</a:t>
            </a:r>
          </a:p>
          <a:p>
            <a:pPr/>
            <a:r>
              <a:t>Errors</a:t>
            </a:r>
          </a:p>
          <a:p>
            <a:pPr lvl="1"/>
            <a:r>
              <a:t>Misread WhatsApps lead to duplicate orders and misrouted trucks.</a:t>
            </a:r>
          </a:p>
          <a:p>
            <a:pPr/>
            <a:r>
              <a:t>Pricing Disputes</a:t>
            </a:r>
          </a:p>
          <a:p>
            <a:pPr lvl="1"/>
            <a:r>
              <a:t>Volatile live-bird prices lead to margin loss when quoting outdated prices.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Meet Raj, The Poultry Wholesaler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Raj, The Poultry Wholesaler (Main Boss)</a:t>
            </a:r>
          </a:p>
          <a:p>
            <a:pPr lvl="1"/>
            <a:r>
              <a:t>Goal: Maximize profitability and scale operations.</a:t>
            </a:r>
          </a:p>
          <a:p>
            <a:pPr lvl="1"/>
            <a:r>
              <a:t>Reality: Stressed, blind to real-time inventory, unaware of exact Khata debt.</a:t>
            </a:r>
          </a:p>
          <a:p>
            <a:pPr/>
            <a:r>
              <a:t>Other Stakeholders Impacted:</a:t>
            </a:r>
          </a:p>
          <a:p>
            <a:pPr lvl="1"/>
            <a:r>
              <a:t>Retailer: Wasting time negotiating, unaware of their exact debt.</a:t>
            </a:r>
          </a:p>
          <a:p>
            <a:pPr lvl="1"/>
            <a:r>
              <a:t>Delivery Driver: Verbal dispatches leading to miscommunications.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if WhatsApp could run the business?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Vision: Bring enterprise software to where the business already happens</a:t>
            </a:r>
          </a:p>
          <a:p>
            <a:pPr lvl="1"/>
            <a:r>
              <a:t>No need for retailers to download a clunky, generic ERP app.</a:t>
            </a:r>
          </a:p>
          <a:p>
            <a:pPr/>
            <a:r>
              <a:t>The Flow:</a:t>
            </a:r>
          </a:p>
          <a:p>
            <a:pPr lvl="1"/>
            <a:r>
              <a:t>Retailer sends a text → AI understands it</a:t>
            </a:r>
          </a:p>
          <a:p>
            <a:pPr lvl="1"/>
            <a:r>
              <a:t>Backend prices it → Dashboard updates live</a:t>
            </a:r>
          </a:p>
          <a:p>
            <a:pPr lvl="1"/>
            <a:r>
              <a:t>Ledger is reconciled</a:t>
            </a:r>
          </a:p>
          <a:p>
            <a:pPr/>
            <a:r>
              <a:t>All under 1 second. Zero friction.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Live Demo (The "Wow" Moment)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The Retailer Phone Screen</a:t>
            </a:r>
          </a:p>
          <a:p>
            <a:pPr lvl="1"/>
            <a:r>
              <a:t>Retailer texts: "Need 50kg chicken, what's today's rate?"</a:t>
            </a:r>
          </a:p>
          <a:p>
            <a:pPr lvl="1"/>
            <a:r>
              <a:t>Bot replies instantly (&lt; 1s) with Quote, Khata balance &amp; buttons.</a:t>
            </a:r>
          </a:p>
          <a:p>
            <a:pPr/>
            <a:r>
              <a:t>2. The Wholesaler Dashboard</a:t>
            </a:r>
          </a:p>
          <a:p>
            <a:pPr lvl="1"/>
            <a:r>
              <a:t>Monochromatic Next.js Dashboard updates instantly via SSE (no refresh).</a:t>
            </a:r>
          </a:p>
          <a:p>
            <a:pPr lvl="1"/>
            <a:r>
              <a:t>Order appears, inventory drops, analytics adjust.</a:t>
            </a:r>
          </a:p>
          <a:p>
            <a:pPr/>
            <a:r>
              <a:t>3. The Pricing Magic</a:t>
            </a:r>
          </a:p>
          <a:p>
            <a:pPr lvl="1"/>
            <a:r>
              <a:t>Raj updates price on dashboard.</a:t>
            </a:r>
          </a:p>
          <a:p>
            <a:pPr lvl="1"/>
            <a:r>
              <a:t>Retailer asks for rate again -&gt; bot quotes newly updated price.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Highly scalable, event-driven enterprise engine</a:t>
            </a:r>
          </a:p>
          <a:p>
            <a:pPr/>
            <a:r>
              <a:t>The Data Pipeline</a:t>
            </a:r>
          </a:p>
          <a:p>
            <a:pPr lvl="1"/>
            <a:r>
              <a:t>Meta API → FastAPI → AI (Groq) → Event Backend → Supabase → SSE → Next.js</a:t>
            </a:r>
          </a:p>
          <a:p>
            <a:pPr/>
            <a:r>
              <a:t>Frontend: Next.js</a:t>
            </a:r>
          </a:p>
          <a:p>
            <a:pPr lvl="1"/>
            <a:r>
              <a:t>B&amp;W Enterprise UI, SSE live updates, Optimistic Rollbacks.</a:t>
            </a:r>
          </a:p>
          <a:p>
            <a:pPr/>
            <a:r>
              <a:t>Backend: FastAPI (Python)</a:t>
            </a:r>
          </a:p>
          <a:p>
            <a:pPr lvl="1"/>
            <a:r>
              <a:t>RESTful API and direct WhatsApp Webhook handler for sub-second latency.</a:t>
            </a:r>
          </a:p>
          <a:p>
            <a:pPr/>
            <a:r>
              <a:t>Database &amp; AI</a:t>
            </a:r>
          </a:p>
          <a:p>
            <a:pPr lvl="1"/>
            <a:r>
              <a:t>PostgreSQL with pgvector on Supabase.</a:t>
            </a:r>
          </a:p>
          <a:p>
            <a:pPr lvl="1"/>
            <a:r>
              <a:t>Groq (production) / Ollama (local) with 100% Regex Fallback.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Enterprise Engineering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Advanced software engineering patterns</a:t>
            </a:r>
          </a:p>
          <a:p>
            <a:pPr lvl="1"/>
            <a:r>
              <a:t>Hierarchical Pricing Engine: Dynamic pricing &amp; Immutable Quote Snapshots.</a:t>
            </a:r>
          </a:p>
          <a:p>
            <a:pPr lvl="1"/>
            <a:r>
              <a:t>Quote-to-Order Conversion: Deterministic flow (no AI hallucinations).</a:t>
            </a:r>
          </a:p>
          <a:p>
            <a:pPr lvl="1"/>
            <a:r>
              <a:t>CQRS &amp; Analytics: Projection Rebuilder for lightning-fast metrics.</a:t>
            </a:r>
          </a:p>
          <a:p>
            <a:pPr lvl="1"/>
            <a:r>
              <a:t>Event-Driven Architecture: Transactional Outbox pattern.</a:t>
            </a:r>
          </a:p>
          <a:p>
            <a:pPr lvl="1"/>
            <a:r>
              <a:t>Immutable Khata Ledger: Append-only events for perfect auditability.</a:t>
            </a:r>
          </a:p>
          <a:p>
            <a:pPr lvl="1"/>
            <a:r>
              <a:t>Server-Sent Events (SSE): Truly reactive SPA experience.</a:t>
            </a:r>
          </a:p>
          <a:p>
            <a:pPr lvl="1"/>
            <a:r>
              <a:t>Multi-Tenant Design: Strict server-side isolation.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Zero-Latency Ordering</a:t>
            </a:r>
          </a:p>
          <a:p>
            <a:pPr lvl="1"/>
            <a:r>
              <a:t>Order processing time drops from 30 minutes to 1 second.</a:t>
            </a:r>
          </a:p>
          <a:p>
            <a:pPr/>
            <a:r>
              <a:t>Margin Protection</a:t>
            </a:r>
          </a:p>
          <a:p>
            <a:pPr lvl="1"/>
            <a:r>
              <a:t>Dynamic Pricing API &amp; Immutable Quotes prevent unprofitable sales.</a:t>
            </a:r>
          </a:p>
          <a:p>
            <a:pPr/>
            <a:r>
              <a:t>Zero Khata Errors</a:t>
            </a:r>
          </a:p>
          <a:p>
            <a:pPr lvl="1"/>
            <a:r>
              <a:t>Automated ledger updates prevent disputes and bad debt.</a:t>
            </a:r>
          </a:p>
          <a:p>
            <a:pPr/>
            <a:r>
              <a:t>Seamless Adoption</a:t>
            </a:r>
          </a:p>
          <a:p>
            <a:pPr lvl="1"/>
            <a:r>
              <a:t>Retailers don't download an app; they just use WhatsApp.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Vision (Roadmap)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Immediately after Hackathon</a:t>
            </a:r>
          </a:p>
          <a:p>
            <a:pPr lvl="1"/>
            <a:r>
              <a:t>Deploy AI Forecaster Engine using pgvector to predict demand spikes.</a:t>
            </a:r>
          </a:p>
          <a:p>
            <a:pPr/>
            <a:r>
              <a:t>6 Months</a:t>
            </a:r>
          </a:p>
          <a:p>
            <a:pPr lvl="1"/>
            <a:r>
              <a:t>Integrate Fleet Route Optimization (Google Maps API) for delivery trucks.</a:t>
            </a:r>
          </a:p>
          <a:p>
            <a:pPr/>
            <a:r>
              <a:t>1 Year</a:t>
            </a:r>
          </a:p>
          <a:p>
            <a:pPr lvl="1"/>
            <a:r>
              <a:t>Expand into a B2B marketplace to trade surplus inventory directly.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